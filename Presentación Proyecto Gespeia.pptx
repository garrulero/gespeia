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Urbanist Medium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Medium-bold.fntdata"/><Relationship Id="rId14" Type="http://schemas.openxmlformats.org/officeDocument/2006/relationships/font" Target="fonts/UrbanistMedium-regular.fntdata"/><Relationship Id="rId17" Type="http://schemas.openxmlformats.org/officeDocument/2006/relationships/font" Target="fonts/UrbanistMedium-boldItalic.fntdata"/><Relationship Id="rId16" Type="http://schemas.openxmlformats.org/officeDocument/2006/relationships/font" Target="fonts/Urbanist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676525"/>
            <a:ext cx="11601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Gespe</a:t>
            </a:r>
            <a:r>
              <a:rPr b="1" i="0" lang="en-US" sz="52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676650"/>
            <a:ext cx="7620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Plataforma Inteligente de Distribución y Ventas B2B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619375"/>
            <a:ext cx="114300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985486" y="2952750"/>
            <a:ext cx="822102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Revolucionando la </a:t>
            </a:r>
            <a:r>
              <a:rPr b="1" i="0" lang="en-US" sz="4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Distribución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081337" y="4019550"/>
            <a:ext cx="6029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 procesos manuales a automatización con agentes autónomos.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52863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04950"/>
            <a:ext cx="52863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1895475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El ERP Tradicional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2400300"/>
            <a:ext cx="4505325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 gestión de pedidos B2B ha dependido históricamente de formularios rígidos, llamadas telefónicas lentas y entrada de datos manual, lo que genera cuellos de botella en el equipo de ventas y desactualización en el inventario.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1895475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La Solución Gespeia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2400300"/>
            <a:ext cx="4505325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Integración de un Agente IA nativo que procesa pedidos conversacionales en lenguaje natural, verificando stock en tiempo real y cerrando transacciones 24/7 sin intervención humana, conectado directamente al núcleo del CRM.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El Cambio de Paradigma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3429000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504950"/>
            <a:ext cx="3429000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504950"/>
            <a:ext cx="3429000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914400" y="2638425"/>
            <a:ext cx="241030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Control de Stock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914400" y="3143250"/>
            <a:ext cx="274320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Verificación instantánea del inventario. La IA no asume disponibilidad; usa llamadas a funciones para validar existencias y prevenir bloqueos o sobregiros.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724400" y="2638425"/>
            <a:ext cx="253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Puertas abiertas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724400" y="3143250"/>
            <a:ext cx="274320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 el sistema no reconoce el número de teléfono del cliente, el agente captura los datos necesarios (nombre, dirección) y genera la ficha en tiempo real.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534400" y="2638425"/>
            <a:ext cx="281035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Gestión de Pedidos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534400" y="3143250"/>
            <a:ext cx="274320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Conversión de texto natural ("Ponme 5 colas") a esquemas de base de datos estructurados, cerrando la venta de manera fiable y calculando precios totales.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18859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4400" y="18859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4400" y="1885950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Funcionalidades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Core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71500" y="571500"/>
            <a:ext cx="555069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El Rol del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LLM</a:t>
            </a:r>
            <a:endParaRPr/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7295" r="7286" t="0"/>
          <a:stretch/>
        </p:blipFill>
        <p:spPr>
          <a:xfrm>
            <a:off x="6334125" y="0"/>
            <a:ext cx="5857875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1500" y="219551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Orquestación Inteligente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71500" y="2700337"/>
            <a:ext cx="528637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El modelo no funciona como un simple chatbot estático. Actúa como un motor de razonamiento que transforma el lenguaje ambiguo en acciones deterministas (Function Calling).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71500" y="4148137"/>
            <a:ext cx="528637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Evalúa el contexto de la conversación, decide qué herramienta utilizar de su catálogo (ej. `comprobar_stock`), y sintetiza la respuesta del sistema para ofrecer soluciones viables al cliente.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504950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504950"/>
            <a:ext cx="342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523160" y="4124325"/>
            <a:ext cx="203025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Next.js 15 &amp; UI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71500" y="4629150"/>
            <a:ext cx="342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Interfaz dividida, responsiva y rápida 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4332446" y="4124325"/>
            <a:ext cx="206025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Genkit + Groq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4381500" y="4629150"/>
            <a:ext cx="342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Framework de integración de IA para latencias mínimas, permitiendo ciclos de razonamiento casi instantáneos.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137921" y="4124325"/>
            <a:ext cx="225028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Memoria &amp; ERP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191500" y="4629150"/>
            <a:ext cx="34290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Bases de datos relacionales persistentes y uso de Zod para validación estricta de parámetros en ejecución.</a:t>
            </a:r>
            <a:endParaRPr/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514475"/>
            <a:ext cx="3409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1025" y="1514475"/>
            <a:ext cx="3409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01025" y="1514475"/>
            <a:ext cx="34099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Arquitectura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Técnica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/>
          <p:nvPr/>
        </p:nvSpPr>
        <p:spPr>
          <a:xfrm>
            <a:off x="571500" y="411480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510733" y="4467225"/>
            <a:ext cx="25521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1. Input / Contexto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4867275"/>
            <a:ext cx="243066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El usuario envía un mensaje solicitando productos en lenguaje natural. El agente analiza el ID.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3383413" y="2371725"/>
            <a:ext cx="25521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2. Thought &amp; Act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3444180" y="2771775"/>
            <a:ext cx="243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 IA razona que necesita validar disponibilidad e invoca la tool </a:t>
            </a:r>
            <a:r>
              <a:rPr lang="en-US" sz="135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necesaria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256094" y="4467225"/>
            <a:ext cx="25521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3. Observe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316860" y="4867275"/>
            <a:ext cx="243066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El sistema (ERP) retorna un JSON con el stock actual y el precio unitario del producto.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128774" y="2628900"/>
            <a:ext cx="25521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4. Output Final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189541" y="3028950"/>
            <a:ext cx="243066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 IA informa al cliente, espera confirmación y ejecuta el alta del pedido en la base de datos.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Flujo del Agente (Ciclo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ReAct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1672530" y="40195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4545210" y="40195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7417891" y="40195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10290571" y="40195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571500" y="2776537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3.000€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4205287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LÍMITE REVISIÓN MANUAL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334125" y="150495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Seguridad y Contención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334125" y="2009775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Los agentes autónomos requieren límites duros (Guardrails). Gespeia implementa una estrategia estricta: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486525" y="2781300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•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524625" y="2781300"/>
            <a:ext cx="50958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Human-in-the-Loop: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Cualquier pedido que supere los 3.000€ bloquea la transacción y requiere confirmación de un supervisor.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486525" y="3819525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•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524625" y="3819525"/>
            <a:ext cx="50958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Prevención de Bucles: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Límite duro de `max_tool_calls` para evitar ejecuciones infinitas si una base de datos falla.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486525" y="4857750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•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524625" y="4857750"/>
            <a:ext cx="50958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Precios Inmutables: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El LLM no tiene autoridad para modificar descuentos ni manipular la base de datos de tarifas.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Gestión de </a:t>
            </a: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Riesgos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